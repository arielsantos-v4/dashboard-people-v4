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46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2700000">
            <a:off x="-653091" y="-653091"/>
            <a:ext cx="2020558" cy="2020558"/>
          </a:xfrm>
          <a:prstGeom prst="rect">
            <a:avLst/>
          </a:prstGeom>
          <a:solidFill>
            <a:srgbClr val="FF0000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 rot="-2700000">
            <a:off x="7345370" y="3344870"/>
            <a:ext cx="2525698" cy="2525697"/>
          </a:xfrm>
          <a:prstGeom prst="rect">
            <a:avLst/>
          </a:prstGeom>
          <a:solidFill>
            <a:srgbClr val="FF0000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123550" y="1325166"/>
            <a:ext cx="6896872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SINDPD &lt;&gt; V4 COMPANY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2765063" y="2724142"/>
            <a:ext cx="361384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partir de 01/09/2025</a:t>
            </a:r>
            <a:endParaRPr lang="en-US" sz="2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Validade e Aprovação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7313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53741"/>
            <a:ext cx="7869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Validade: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472757" y="1353741"/>
            <a:ext cx="212788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Apuração a cada 3 meses. 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57363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231" y="1753791"/>
            <a:ext cx="23284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Aprovação de Horas Extras: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035703" y="1753791"/>
            <a:ext cx="11428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somente com 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07231" y="2010966"/>
            <a:ext cx="26633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autorização da liderança e do DP. 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14588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7231" y="2411016"/>
            <a:ext cx="7617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Quando?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68989" y="2411016"/>
            <a:ext cx="29523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dias específicos - War Day e final 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07231" y="2668191"/>
            <a:ext cx="6388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mês.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781" y="1343025"/>
            <a:ext cx="3214688" cy="214312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Funcionamento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28750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425178"/>
            <a:ext cx="200563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Horas positivas (extras)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712867" y="1425178"/>
            <a:ext cx="16414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entram no banco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07231" y="1682353"/>
            <a:ext cx="3662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compensação em descanso ou pagamento 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07231" y="1939528"/>
            <a:ext cx="30590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 dinheiro (liderança + DP decidem). 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14588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7231" y="2411016"/>
            <a:ext cx="27336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Horas negativas (faltas/atrasos)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440832" y="2411016"/>
            <a:ext cx="8490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entram 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07231" y="2668191"/>
            <a:ext cx="34653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banco → compensação obrigatória pelo 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07231" y="2925366"/>
            <a:ext cx="9976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colaborador. 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414463"/>
            <a:ext cx="2857500" cy="1904981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Cálculo de Horas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00175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53741"/>
            <a:ext cx="18067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Domingos e feriados: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492555" y="1353741"/>
            <a:ext cx="173559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1h trabalhada =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5800" y="1610916"/>
            <a:ext cx="12385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1h24 no banco. 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57400"/>
            <a:ext cx="150019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2010966"/>
            <a:ext cx="108066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Demais dias: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766460" y="2010966"/>
            <a:ext cx="22384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1h trabalhada = 1h no 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5800" y="2268141"/>
            <a:ext cx="5395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banco. 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343025"/>
            <a:ext cx="2857500" cy="1904981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Adicional Noturno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7313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353741"/>
            <a:ext cx="24808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Adicional Noturno (22h–06h):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188122" y="1353741"/>
            <a:ext cx="11086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sempre pago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07231" y="1610916"/>
            <a:ext cx="32531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 dinheiro (30%), e a hora entrará para 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07231" y="1868091"/>
            <a:ext cx="24887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apuração no final dos 3 meses.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71713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7231" y="2257425"/>
            <a:ext cx="37218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valor do adicional é calculado sobre o valor da hora normal do colaborador. 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343025"/>
            <a:ext cx="2857500" cy="190498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Rescisão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0017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353741"/>
            <a:ext cx="12409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positivo: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948207" y="1353741"/>
            <a:ext cx="17275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pago junto às verbas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07231" y="1610916"/>
            <a:ext cx="8979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rescisórias. 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57400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7231" y="2010966"/>
            <a:ext cx="13148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negativo: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022100" y="2010966"/>
            <a:ext cx="19801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descontado na rescisão. 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343025"/>
            <a:ext cx="2857500" cy="190498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Folgas e Atestados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7313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53741"/>
            <a:ext cx="20166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Folgas compensatórias: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702402" y="1353741"/>
            <a:ext cx="16375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combinar com 1 dia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5800" y="1610916"/>
            <a:ext cx="36812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antecedência + incluir DP (formalização via 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85800" y="1868091"/>
            <a:ext cx="5942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e-mail). 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71713"/>
            <a:ext cx="12858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4369" y="2268141"/>
            <a:ext cx="9059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Atestados: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570313" y="2268141"/>
            <a:ext cx="27692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envio obrigatório no sistema para 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64369" y="2525316"/>
            <a:ext cx="5610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abono. 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1343025"/>
            <a:ext cx="2857500" cy="1904981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Principais: Apuração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0017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231" y="1353741"/>
            <a:ext cx="8641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Apuração: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571346" y="1353741"/>
            <a:ext cx="23394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ideal não acumular 3 meses. 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814513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231" y="1768078"/>
            <a:ext cx="7046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Revisão: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411895" y="1768078"/>
            <a:ext cx="25801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revisar saldo a cada 2 semanas. 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228850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231" y="2182416"/>
            <a:ext cx="10427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Importante: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749996" y="2182416"/>
            <a:ext cx="26302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acompanhar regularmente para 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07231" y="2439591"/>
            <a:ext cx="221034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evitar acúmulos excessivos. 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781" y="1343025"/>
            <a:ext cx="3214688" cy="214312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Transparência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95726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7313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369" y="1353741"/>
            <a:ext cx="13448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Extrato mensal: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009235" y="1353741"/>
            <a:ext cx="24028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colaborador terá acesso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64369" y="1610916"/>
            <a:ext cx="30341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ao extrato mensal do banco de horas. 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14538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7231" y="2010966"/>
            <a:ext cx="22321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Horário base da empresa: 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07231" y="2010966"/>
            <a:ext cx="3496056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08h30 às 17h30 com 1H de almoço (teremos excessões de escalas com base no acordado com a liderança) 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186113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0094" y="3182541"/>
            <a:ext cx="12188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Compromisso: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968940" y="3182541"/>
            <a:ext cx="2270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Gestão clara e transparente 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50094" y="3439716"/>
            <a:ext cx="26357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banco de horas para todos os 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50094" y="3696891"/>
            <a:ext cx="1200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colaboradores. 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1343025"/>
            <a:ext cx="2857500" cy="1904981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68261" y="1485900"/>
            <a:ext cx="5807450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Contem com o time de C&amp;B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3075440" y="2000250"/>
            <a:ext cx="2993092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FF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Compliance.</a:t>
            </a:r>
            <a:endParaRPr lang="en-US" sz="337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3050381"/>
            <a:ext cx="714375" cy="571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3050381"/>
            <a:ext cx="714375" cy="571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3050381"/>
            <a:ext cx="571500" cy="5715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429625" y="4619634"/>
            <a:ext cx="571500" cy="380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342</Words>
  <Application>Microsoft Office PowerPoint</Application>
  <PresentationFormat>Apresentação na tela (16:9)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Milena Nascimento</cp:lastModifiedBy>
  <cp:revision>3</cp:revision>
  <dcterms:created xsi:type="dcterms:W3CDTF">2025-09-01T11:22:00Z</dcterms:created>
  <dcterms:modified xsi:type="dcterms:W3CDTF">2025-09-01T11:28:31Z</dcterms:modified>
</cp:coreProperties>
</file>